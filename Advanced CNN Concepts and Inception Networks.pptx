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0" r:id="rId6"/>
    <p:sldId id="263" r:id="rId7"/>
    <p:sldId id="269" r:id="rId8"/>
    <p:sldId id="261" r:id="rId9"/>
    <p:sldId id="262" r:id="rId10"/>
    <p:sldId id="264" r:id="rId11"/>
    <p:sldId id="267" r:id="rId12"/>
    <p:sldId id="265" r:id="rId13"/>
    <p:sldId id="25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2FD66-CE7C-49CF-A503-71D88C6AEBF2}" v="60" dt="2025-12-12T10:51:54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70A73-807B-102A-1FDF-1E66B0CD5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14B91-1ADB-9DB9-3879-21556E3D1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43819-075F-3197-E8B5-5E6A40CD4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8D13E-84F4-F12D-853F-2FC2DA9E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FAE53-FE81-3F97-69C0-766BFBF7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771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1A73B-5DEF-B80D-CCD5-514CEB1E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CFF66-D3B0-9F85-B07C-6E88251BE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C0D66-7C0B-8F4C-B20E-D7167641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BBE3A-FDB7-67E2-C059-097FD6C9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8268E-8D70-1A65-142C-B0A28F74B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20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114B-B8E5-6F5B-384A-11C1010F9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4A253-D41E-0190-EFEE-98E990430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48EDB-F9CA-36B8-8148-333A116A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C9A40-151A-097B-62A5-D1BC08CC3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474D0-A407-DCA7-85EC-6E8BA7B9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63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411A-B72D-BFCA-ACFE-B01A43AB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2C2F-E2F1-9869-9323-245783F34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A5A41-5DA9-C506-9ECA-C4A7702BF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B4D52-56F2-1942-E17C-27F671C36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C493C-FD0A-B0EB-32A1-E091401F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7D87C-2D7F-60E2-D189-F21FEC028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336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2DBA-8C80-D9CF-A68F-91ACF1D7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ACF55-3E27-D1BA-44DC-678D4DA30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26F18-C356-3AB7-8A4E-3F4E42386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90211-0CEC-076B-C67C-703F7141C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D9C70A-E1ED-4D22-4A90-D4DEC0E90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C041DB-9A28-A801-6D26-45233A1D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E7E596-5B50-66F1-0257-914EB666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EAB84-F084-AB41-27F3-3E35F011E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8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08149-31F7-5B12-52B9-CF14F25E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7D586-AA17-BFB8-D02F-00AA37D2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8FD7D-2149-50F2-1739-D37155A9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9C94E-BBAD-814A-610E-94306EC83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80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CD613-054A-DBA0-9F4A-D047ED3A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8A8380-F27C-CA8F-8614-21ED3137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34F17-0BA7-5561-7C14-9B3ED401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3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5A84-D418-1D72-0354-BB41FAE8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DF81B-A802-5598-AF2D-8D78EA1C6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CD0AD-1919-D391-AC1B-D31F46587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D1495-74AE-ABDD-C841-BB840684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A4270-36DD-0486-A1B0-05514517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22238-A55D-40C0-A785-039BC1B9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81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4B52-7FF7-8A61-43D8-D14AE3FB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3BABA-DE14-6D64-C124-3B4A2A90F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CC9FD-7D13-5850-EF69-A1418BFF3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4A834-5DE0-0BF0-2D2B-32859E5F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DAC0C-8B3B-08F9-3EB6-C147B653E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B14AB-8028-C171-BD76-901856FA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36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1219-D9C9-4B2A-D155-BF1029D75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4F3D5-6880-5D1C-A7A9-CEF44E4D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80AEF-3AEB-2F82-3F9D-C1044D8B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9C944-D358-B7B6-697C-F937C012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C9B1-E94F-0EEF-7CFB-82F94D98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92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6739B9-E68A-AF15-FA7D-CEF721668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575A-F00A-98A6-86E7-69AF00F63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E1516-2A34-0682-6131-BBB85772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9D130-0DE5-D1ED-89A4-DFD3CD81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1D1F3-E1C6-7252-1799-3A568C6D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62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34851E-2A79-7268-FBFA-34981BFE3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86128-A729-6496-546C-CCFB36C45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8B5FD-9D8D-A18F-5EAA-9EEB22E45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CBEE9-9789-4D6E-96C1-D0CAE4F31452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E6AC-772F-7D9D-FF46-7A1CB68EE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B192F-3C49-EAAA-465E-EC18F4A6F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FE289-19DE-411E-9AB1-56FF606E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01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48D24-3E32-8AB0-C546-0AD4D859FF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CNN Concepts and Inception Networks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6FC15-FA80-B2E8-F79D-D15FF2175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0700" y="4249738"/>
            <a:ext cx="9144000" cy="1655762"/>
          </a:xfrm>
        </p:spPr>
        <p:txBody>
          <a:bodyPr/>
          <a:lstStyle/>
          <a:p>
            <a:r>
              <a:rPr lang="en-IN" dirty="0"/>
              <a:t>Dr. Meghna Kapoor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560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4A47B-FB89-9621-6852-6BF224F4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Learning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465A44-F7B6-1D47-048B-29FF2AE1F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41619"/>
            <a:ext cx="600183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convolution operations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Receptive Fields in CNN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Residual connections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/>
              <a:t>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nception family</a:t>
            </a:r>
          </a:p>
        </p:txBody>
      </p:sp>
    </p:spTree>
    <p:extLst>
      <p:ext uri="{BB962C8B-B14F-4D97-AF65-F5344CB8AC3E}">
        <p14:creationId xmlns:p14="http://schemas.microsoft.com/office/powerpoint/2010/main" val="3179323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D99-3AF8-F53C-EE75-4775CDCDD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Why Extend Basic CNNs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F910F-5B60-B245-45C5-369523FE9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Basic Conv → ReLU → Pool is limited because:</a:t>
            </a:r>
          </a:p>
          <a:p>
            <a:r>
              <a:rPr lang="en-US" dirty="0"/>
              <a:t>Large kernels increase parameters and FLOPs</a:t>
            </a:r>
          </a:p>
          <a:p>
            <a:r>
              <a:rPr lang="en-US" dirty="0"/>
              <a:t>A single kernel size cannot capture features at multiple scales</a:t>
            </a:r>
          </a:p>
          <a:p>
            <a:r>
              <a:rPr lang="en-US" dirty="0"/>
              <a:t>Deeper networks face issues like vanishing gradient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1D52E-77E2-8F38-3FAA-05B4C436A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098" y="4622467"/>
            <a:ext cx="2683629" cy="187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9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59B5-B612-EA93-5A8F-79B57B43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Standard Convolution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B1B36A-BCAA-5343-8AE3-AB79DC0CA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299080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AE29-4DFF-C8A4-D064-45A3DBBAD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Group Convolution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CA816E-8917-5B95-78E3-6E9EEC045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30" y="3010385"/>
            <a:ext cx="6559469" cy="3228490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5D889C6-0E32-73D6-0A94-5DA6F76637E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61006" y="1631603"/>
            <a:ext cx="97285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Splits input channels into independent groups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group is convolved separately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parameters and computation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B216B1-46E6-7E63-6085-6B5296EF9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421" y="2693433"/>
            <a:ext cx="4677334" cy="173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FC68-ADC9-5C7E-46CE-FBBFFC71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Depth wise Convolution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10366F-2864-9077-E152-D41EE854E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201" y="1998662"/>
            <a:ext cx="5391599" cy="4351338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F789BE0-EB4E-F2CB-4CB0-F203E456078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7200" y="2196495"/>
            <a:ext cx="592455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one filter per input channel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mixing across channels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 spatial filtering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Drastically reduces parameters</a:t>
            </a:r>
          </a:p>
        </p:txBody>
      </p:sp>
    </p:spTree>
    <p:extLst>
      <p:ext uri="{BB962C8B-B14F-4D97-AF65-F5344CB8AC3E}">
        <p14:creationId xmlns:p14="http://schemas.microsoft.com/office/powerpoint/2010/main" val="3334554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035F-39F2-68D5-8212-7E449566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Intuition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709AEF-2EEC-1483-4F88-A0DA0F8ADF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8279"/>
            <a:ext cx="9782175" cy="1697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Standard convolution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everyone talks to everyone.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Group convolution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small teams talk internally.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Depthwise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everyone works alone.</a:t>
            </a:r>
          </a:p>
        </p:txBody>
      </p:sp>
    </p:spTree>
    <p:extLst>
      <p:ext uri="{BB962C8B-B14F-4D97-AF65-F5344CB8AC3E}">
        <p14:creationId xmlns:p14="http://schemas.microsoft.com/office/powerpoint/2010/main" val="208610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65E2-139D-ADDC-ABD7-1FAD5E9CB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1x1 convolution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34B2D0-8C9E-C11C-7ADA-E2DC393D1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230" y="2476499"/>
            <a:ext cx="5101367" cy="3395663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4983D00-CF33-56E1-89F5-61B77E0A420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2403" y="2135287"/>
            <a:ext cx="76450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Mixes information across channels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Controls channel dimensionality</a:t>
            </a:r>
          </a:p>
        </p:txBody>
      </p:sp>
    </p:spTree>
    <p:extLst>
      <p:ext uri="{BB962C8B-B14F-4D97-AF65-F5344CB8AC3E}">
        <p14:creationId xmlns:p14="http://schemas.microsoft.com/office/powerpoint/2010/main" val="3590226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5C97-73CF-C200-CD0D-2B63D141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Receptive Field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3B3780-64E7-F2CD-A1FD-1FE090293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021"/>
          <a:stretch>
            <a:fillRect/>
          </a:stretch>
        </p:blipFill>
        <p:spPr>
          <a:xfrm>
            <a:off x="2280943" y="3429000"/>
            <a:ext cx="7630113" cy="2793082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133B621-5FDA-E0B3-B161-F17D7F9BB68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5800" y="1690688"/>
            <a:ext cx="10515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 of input influencing one activation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Controlled by kernel size and stride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Larger kernels increase receptive field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Stacking layers also increases receptive field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73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4880-402D-C463-FA5C-2D3F49FD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Receptive Field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9E1580-CC1B-2A16-4B19-8552DD389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116" y="3676649"/>
            <a:ext cx="6036690" cy="2747963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18F234E-C0D6-9C0B-7684-F0EEC33338D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1490008"/>
            <a:ext cx="862012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3×3 convolution → receptive field =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stacked 3×3 convolutions → receptive field =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For kernel size k and layers L, receptive field can be discussed as;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/>
              <a:t>RF = 1 + (k − 1) × 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452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129C-A2B4-DB75-8D19-6488CF7F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Residual Connection Motivation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174A10-880A-BC91-43AD-A8AA961263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2925" y="2162284"/>
            <a:ext cx="603885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Deeper networks are harder to train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degrades with depth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Vanishing gradients slow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 becomes unstable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E4410-AEF5-770F-EAC3-E784E1F10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96"/>
          <a:stretch>
            <a:fillRect/>
          </a:stretch>
        </p:blipFill>
        <p:spPr>
          <a:xfrm>
            <a:off x="6773997" y="2819400"/>
            <a:ext cx="4222026" cy="324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57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4AA9-7F73-DF7F-B92A-2F7ADE3F2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Residual Connections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C2E20A-0434-4993-C7EA-92C7AC6A1E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25809"/>
            <a:ext cx="714375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residual mapping instead of direct mapping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= F(x) + 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Identity shortcut preserves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0CD490-131F-2F0E-8CFB-99D1F197F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475" y="2425809"/>
            <a:ext cx="4400286" cy="252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77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E8718-130C-AEF4-4DD3-10A334E4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Inception Block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01EE7C-D353-639D-9113-CA8B9FCDBA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3450" y="2130086"/>
            <a:ext cx="7972425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kernel size is insufficient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 appear at multiple scales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kernels are computationally expensive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efficient multi scale 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4112467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DE05E-FA58-8D7F-9070-57733AAF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Inception Block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57D4F0-15A0-FE26-C913-6A36C6AC6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075" y="3118122"/>
            <a:ext cx="5662612" cy="3245371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27EFB7E-F16C-8E7C-EFB1-29A14C558ED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0549" y="1629133"/>
            <a:ext cx="860107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convolution branches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kernel sizes per branch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local and global patterns together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Concatenate features along channel dimension</a:t>
            </a:r>
          </a:p>
        </p:txBody>
      </p:sp>
    </p:spTree>
    <p:extLst>
      <p:ext uri="{BB962C8B-B14F-4D97-AF65-F5344CB8AC3E}">
        <p14:creationId xmlns:p14="http://schemas.microsoft.com/office/powerpoint/2010/main" val="222298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287</Words>
  <Application>Microsoft Office PowerPoint</Application>
  <PresentationFormat>Widescreen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Advanced CNN Concepts and Inception Networks</vt:lpstr>
      <vt:lpstr>Learning Objectives</vt:lpstr>
      <vt:lpstr>Why Extend Basic CNNs</vt:lpstr>
      <vt:lpstr>Standard Convolution</vt:lpstr>
      <vt:lpstr>Group Convolution</vt:lpstr>
      <vt:lpstr>Depth wise Convolution</vt:lpstr>
      <vt:lpstr>Intuition</vt:lpstr>
      <vt:lpstr>1x1 convolution</vt:lpstr>
      <vt:lpstr>Receptive Field</vt:lpstr>
      <vt:lpstr>Receptive Field</vt:lpstr>
      <vt:lpstr>Residual Connection Motivation</vt:lpstr>
      <vt:lpstr>Residual Connections</vt:lpstr>
      <vt:lpstr>Inception Block</vt:lpstr>
      <vt:lpstr>Inception Block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K</dc:creator>
  <cp:lastModifiedBy>M K</cp:lastModifiedBy>
  <cp:revision>2</cp:revision>
  <dcterms:created xsi:type="dcterms:W3CDTF">2025-12-12T03:37:52Z</dcterms:created>
  <dcterms:modified xsi:type="dcterms:W3CDTF">2025-12-12T12:44:17Z</dcterms:modified>
</cp:coreProperties>
</file>